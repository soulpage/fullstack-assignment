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97280"/>
            <a:ext cx="54864" cy="2926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Deployment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Virtualization  ·  EC2 Deployment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3703320"/>
            <a:ext cx="7589520" cy="82296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749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Prepared for: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Soulpage IT Solutions Pvt. Ltd.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   |   EC2: </a:t>
            </a:r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</a:rPr>
              <a:t>13.126.185.187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   |   Region: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ap-south-1 (Mumbai)   |   March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38912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042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Django on AWS EC2 with Docker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438912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Setup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29514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config, security groups, repository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438912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2552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Dockerfiles for frontend, backend &amp; compose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86200"/>
            <a:ext cx="438912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8620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3922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Verification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2153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access at public EC2 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005840"/>
            <a:ext cx="438912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0584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30952" y="1042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13350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running — confirmed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9659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965960"/>
            <a:ext cx="438912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6596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30952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30952" y="229514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provisioning + Ansible automation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9260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926080"/>
            <a:ext cx="438912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92608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3095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30952" y="32552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cloud DevOps competencies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8862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886200"/>
            <a:ext cx="438912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88620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30952" y="3922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30952" y="42153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encountered and how they were resolved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deployed and why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069080" cy="1417320"/>
          </a:xfrm>
          <a:prstGeom prst="rect">
            <a:avLst/>
          </a:prstGeom>
          <a:solidFill>
            <a:srgbClr val="132236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⚛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React-based frontend served on port 3000. Production build containerized with Node.js 18.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069080" cy="1417320"/>
          </a:xfrm>
          <a:prstGeom prst="rect">
            <a:avLst/>
          </a:prstGeom>
          <a:solidFill>
            <a:srgbClr val="132236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89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7784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7556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REST API running on port 8000. Binds to 0.0.0.0 for external access.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4069080" cy="1417320"/>
          </a:xfrm>
          <a:prstGeom prst="rect">
            <a:avLst/>
          </a:prstGeom>
          <a:solidFill>
            <a:srgbClr val="132236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03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900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🐘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3558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15 container with persistent named volume (postgres_data) on port 5432.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069080" cy="1417320"/>
          </a:xfrm>
          <a:prstGeom prst="rect">
            <a:avLst/>
          </a:prstGeom>
          <a:solidFill>
            <a:srgbClr val="132236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80360"/>
            <a:ext cx="54864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9900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7784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Host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3558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 t2.micro instance in ap-south-1. Public IP: 13.126.185.187.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EC2 Environment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EC2 Instance Configuration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233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Cloud Provider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417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Amazon Web Services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Region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1874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ap-south-1 (Mumbai)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0233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Public IP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13.126.185.187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Ubuntu 22.04 LTS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Instance 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t2.micro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Security Group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3703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sg-00536b5a0c674ee82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40233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48840" y="4160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Docker, Docker Compose, Git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14400"/>
            <a:ext cx="402336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Security Group — Inbound Rules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Purpose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1417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Source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17830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Port 22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SSH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1783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0.0.0.0/0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21305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Port 3000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2130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Next.js Frontend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21305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0.0.0.0/0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4780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Port 8000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2478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Django Backend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2478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0.0.0.0/0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063240"/>
            <a:ext cx="4023360" cy="1737360"/>
          </a:xfrm>
          <a:prstGeom prst="rect">
            <a:avLst/>
          </a:prstGeom>
          <a:solidFill>
            <a:srgbClr val="1A233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Repository Setup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92040" y="35204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soulpage/fullstack-assignment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fullstack-assignment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Dockerization — Dockerfiles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931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⚛  Next.js Frontend — Dockerfile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run build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["npm", "start"]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45643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 base image
</a:t>
            </a:r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Layer-cached npm install
</a:t>
            </a:r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 via npm run build
</a:t>
            </a:r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port 3000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3931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🐍  Django Backend — Dockerfile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89888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dependencies.txt 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dependencies.txt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"manage.py",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"runserver", "0.0.0.0:8000"]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345643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base image
</a:t>
            </a:r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from dependencies.txt
</a:t>
            </a:r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to 0.0.0.0 for external access
</a:t>
            </a:r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port 8000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Docker Compose — Multi-Container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846320" cy="3931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8463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4572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./frontend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["3000:3000"]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[backend]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NEXT_PUBLIC_BACKEND_URL=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http://localhost:8000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./backend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["8000:8000"]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env_file: [./backend/.env]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restart: always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POSTGRES_DB: appdb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POSTGRES_USER: postgres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["5432:5432"]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postgres_data:/var/lib/postgresql/data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49240" y="960120"/>
            <a:ext cx="3474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49240" y="960120"/>
            <a:ext cx="54864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811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3504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14173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  ·  depends_on: 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2258568"/>
            <a:ext cx="3474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49240" y="2258568"/>
            <a:ext cx="54864" cy="117043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68112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35040" y="2350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2715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  ·  depends_on: db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3557016"/>
            <a:ext cx="34747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3557016"/>
            <a:ext cx="54864" cy="117043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🐘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035040" y="36484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40142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5432  ·  postgres:15 + volume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49240" y="3950208"/>
            <a:ext cx="347472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3986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Launch Command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426110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 -d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Deployment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Both services confirmed live on public EC2 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502920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Next.js 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09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http://13.126.185.187:3000/login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47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Login page rendered successfully in browser. Port 3000 correctly mapped through Security Group rule.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1508760"/>
            <a:ext cx="2103120" cy="475488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200 OK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85039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68880"/>
            <a:ext cx="502920" cy="109728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688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Django Backend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44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http://13.126.185.187:8000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1821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JSON response confirmed: {"message": "App works!"}. Port 8000 accessible externally via Security Group.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92240" y="2743200"/>
            <a:ext cx="2103120" cy="475488"/>
          </a:xfrm>
          <a:prstGeom prst="rect">
            <a:avLst/>
          </a:prstGeom>
          <a:solidFill>
            <a:srgbClr val="28A745">
              <a:alpha val="20000"/>
            </a:srgbClr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743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200 OK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85039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03320"/>
            <a:ext cx="502920" cy="10972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033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 Database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178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(port 5432)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4165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Persistent volume postgres_data mounted. DB not exposed publicly — backend connects via Docker internal network.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977640"/>
            <a:ext cx="2103120" cy="475488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977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 Running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Infrastructure as Code (IaC)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🏗️  Terraform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</a:rPr>
              <a:t>Infrastructure Provisioning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EC2 instance, Security Group, key pair, VPC settings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Key Steps: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terraform init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terraform 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terraform apply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terraform destroy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Files: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50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 main.tf — EC2 + Security Group resources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51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 variables.tf — region, AMI, instance type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525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 outputs.tf — prints public IP after apply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14400"/>
            <a:ext cx="4114800" cy="475488"/>
          </a:xfrm>
          <a:prstGeom prst="rect">
            <a:avLst/>
          </a:prstGeom>
          <a:solidFill>
            <a:srgbClr val="5A3E8A"/>
          </a:solidFill>
          <a:ln w="12700">
            <a:solidFill>
              <a:srgbClr val="5A3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914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⚙️  Ansible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</a:rPr>
              <a:t>Configuration Management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Docker install, Docker Compose install, app deployment on EC2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E8A"/>
                </a:solidFill>
              </a:rPr>
              <a:t>Key Steps: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651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Update apt packages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Install Docker &amp; Docker Compose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163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Clone the repository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419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docker-compose up --build -d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E8A"/>
                </a:solidFill>
              </a:rPr>
              <a:t>Files: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950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 inventory.ini — EC2 host + SSH key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151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 playbook.yml — automation tasks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3525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·  roles/app/tasks/main.yml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IaC Workflow — End-to-End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14984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14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069848"/>
            <a:ext cx="1097280" cy="347472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698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Terraform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 + plan + apply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Creates EC2 instance and Security Group on AWS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1527048"/>
            <a:ext cx="54864" cy="1005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850392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682496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1737360"/>
            <a:ext cx="1097280" cy="347472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1737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Terraform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1719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public IP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1719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Prints EC2 public IP (13.126.185.187)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194560"/>
            <a:ext cx="54864" cy="1005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295144"/>
            <a:ext cx="850392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6C63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350008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2404872"/>
            <a:ext cx="1097280" cy="347472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404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Ansible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23865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inventory.ini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23865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Add EC2 public IP to Ansible hosts file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862072"/>
            <a:ext cx="54864" cy="10058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962656"/>
            <a:ext cx="850392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6C63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017520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60120" y="3072384"/>
            <a:ext cx="1097280" cy="347472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0723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Ansible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30540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ansible-playbook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30540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Installs Docker, Docker Compose, clones repo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" y="3529584"/>
            <a:ext cx="54864" cy="10058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630168"/>
            <a:ext cx="850392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6C63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3685032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60120" y="3739896"/>
            <a:ext cx="1097280" cy="347472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3739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Ansible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94560" y="3721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 -d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0680" y="3721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All containers start on the remote EC2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0352" y="4197096"/>
            <a:ext cx="54864" cy="10058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4297680"/>
            <a:ext cx="850392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F6C90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7472" y="4352544"/>
            <a:ext cx="457200" cy="457200"/>
          </a:xfrm>
          <a:prstGeom prst="ellipse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60120" y="4407408"/>
            <a:ext cx="1097280" cy="347472"/>
          </a:xfrm>
          <a:prstGeom prst="rect">
            <a:avLst/>
          </a:prstGeom>
          <a:solidFill>
            <a:srgbClr val="F6C90E">
              <a:alpha val="30000"/>
            </a:srgbClr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94560" y="4389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:3000 and :8000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40680" y="4389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Verify both services live on public IP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Key Skills Demonstrated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78408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Provisioning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5087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&amp; configured cloud VM in Mumbai region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58768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58768" y="15087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ports 3000 &amp; 8000 via inbound rules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🐳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39128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39128" y="15087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Dockerfiles for Next.js &amp; Django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86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8600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78408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28346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3-service stack with dependency ordering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28600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🐘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858768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58768" y="28346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container with persistent volume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286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28600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739128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Management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39128" y="28346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 and Docker Compose secrets handling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6118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61188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78408" y="3749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8408" y="41605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Security Group defined as repeatable code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0" y="36118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61188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3858768" y="3749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Automation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58768" y="41605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install, repo clone, container startup on EC2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80760" y="36118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361188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739128" y="3749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Verification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39128" y="416052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both services live on public IP via browser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1605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9144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160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not accessible from browser on EC2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60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71600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Custom TCP rules in Security Group for ports 3000 and 8000 with source 0.0.0.0/0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182880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93976"/>
            <a:ext cx="416052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9696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container failing to connect to 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093976"/>
            <a:ext cx="416052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39696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depends_on: db in docker-compose.yml so Postgres starts before Django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185416"/>
            <a:ext cx="182880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62072"/>
            <a:ext cx="4160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07792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build failing inside Docker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62072"/>
            <a:ext cx="4160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07792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node_modules via .dockerignore; copied package.json first for layer caching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953512"/>
            <a:ext cx="182880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30168"/>
            <a:ext cx="416052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7588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not binding to all interfaces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630168"/>
            <a:ext cx="416052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67588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runserver 0.0.0.0:8000 in CMD so it accepts connections from outside the container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3721608"/>
            <a:ext cx="182880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398264"/>
            <a:ext cx="4160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43984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secrets exposure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398264"/>
            <a:ext cx="41605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443984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env_file: ./backend/.env in compose to keep credentials out of the Dockerfile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4489704"/>
            <a:ext cx="182880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Complete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Docker deployment on AWS EC2 — end-to-end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17373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651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34015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606040"/>
            <a:ext cx="17373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651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51760" y="34015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2606040"/>
            <a:ext cx="17373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651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34015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606040"/>
            <a:ext cx="17373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2651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583680" y="34015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Soulpage IT Solutions Pvt. Ltd.  ·  DevOps Intern Assignment  ·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Deployment Documentation</dc:title>
  <dc:subject>PptxGenJS Presentation</dc:subject>
  <dc:creator>PptxGenJS</dc:creator>
  <cp:lastModifiedBy>PptxGenJS</cp:lastModifiedBy>
  <cp:revision>1</cp:revision>
  <dcterms:created xsi:type="dcterms:W3CDTF">2026-03-15T06:09:58Z</dcterms:created>
  <dcterms:modified xsi:type="dcterms:W3CDTF">2026-03-15T06:09:58Z</dcterms:modified>
</cp:coreProperties>
</file>